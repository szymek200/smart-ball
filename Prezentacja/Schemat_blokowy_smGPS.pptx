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95"/>
    <p:restoredTop sz="94725"/>
  </p:normalViewPr>
  <p:slideViewPr>
    <p:cSldViewPr snapToGrid="0">
      <p:cViewPr varScale="1">
        <p:scale>
          <a:sx n="91" d="100"/>
          <a:sy n="91" d="100"/>
        </p:scale>
        <p:origin x="1992" y="1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84534-536C-A743-CD50-C863853692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3D10FC-B0F0-0EA1-69F1-6E9607BA1C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6B6BD-648F-65BA-FCE7-561965B6A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F3522-A339-9D45-900A-5C5A1327134C}" type="datetimeFigureOut">
              <a:rPr lang="en-PL" smtClean="0"/>
              <a:t>26/03/2026</a:t>
            </a:fld>
            <a:endParaRPr lang="en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48AD7-3D3A-F2A1-4C35-3D7858311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7935A-A94B-2165-4ADB-B6EE4A45A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6ADE-B5CC-FA4F-ADC5-F83354A574C5}" type="slidenum">
              <a:rPr lang="en-PL" smtClean="0"/>
              <a:t>‹#›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1557541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6FC88-4284-5A51-BC13-609137302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982FA-B3D2-4E11-7E93-7F7244147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A3A66-BF13-100C-1D1E-E893F7DC2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F3522-A339-9D45-900A-5C5A1327134C}" type="datetimeFigureOut">
              <a:rPr lang="en-PL" smtClean="0"/>
              <a:t>26/03/2026</a:t>
            </a:fld>
            <a:endParaRPr lang="en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47F71-6B8A-B429-BDBE-DE6179BFD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4A6EF-374C-45CC-EA41-F05D63CAD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6ADE-B5CC-FA4F-ADC5-F83354A574C5}" type="slidenum">
              <a:rPr lang="en-PL" smtClean="0"/>
              <a:t>‹#›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3778105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27A15-F500-111A-4ABE-139435109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9A731-AACB-CC48-4697-EFA764699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1054F-FBF5-3B7D-02FE-DB49FE955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F3522-A339-9D45-900A-5C5A1327134C}" type="datetimeFigureOut">
              <a:rPr lang="en-PL" smtClean="0"/>
              <a:t>26/03/2026</a:t>
            </a:fld>
            <a:endParaRPr lang="en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67F11-36DA-4D69-089B-D7DB7CE0F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3F899-3970-D82D-40B0-8002F97EB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6ADE-B5CC-FA4F-ADC5-F83354A574C5}" type="slidenum">
              <a:rPr lang="en-PL" smtClean="0"/>
              <a:t>‹#›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1348310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3DA8B-766C-442F-25CD-69F431BA5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79AE3-ED59-111D-66AB-280742ED5C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B37D6E-1A4F-6B81-25A4-60AA3DD376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0319A7-8F1A-8A04-F4C1-DF40E788A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F3522-A339-9D45-900A-5C5A1327134C}" type="datetimeFigureOut">
              <a:rPr lang="en-PL" smtClean="0"/>
              <a:t>26/03/2026</a:t>
            </a:fld>
            <a:endParaRPr lang="en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72480-C7DC-BEB5-A95B-5F49C5FA5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22516C-CE03-B495-0907-AA35800E9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6ADE-B5CC-FA4F-ADC5-F83354A574C5}" type="slidenum">
              <a:rPr lang="en-PL" smtClean="0"/>
              <a:t>‹#›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2601075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D057-249E-24FF-B5D5-F254A5017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03E960-9DBE-4CFD-CEA2-A60C91785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F2E51-96A6-AF54-6D5C-BB2D51A20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987A60-DFD3-BA4B-0A83-44388EA0A5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E77A07-C92E-B6F3-C63E-19483AC848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CE0FF9-EEBB-BF8B-37EC-02D0715EA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F3522-A339-9D45-900A-5C5A1327134C}" type="datetimeFigureOut">
              <a:rPr lang="en-PL" smtClean="0"/>
              <a:t>26/03/2026</a:t>
            </a:fld>
            <a:endParaRPr lang="en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EEEC63-8352-76BF-3D0A-C0E0D40A4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D9A0F5-8A18-99FE-97F5-C09A4DD6C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6ADE-B5CC-FA4F-ADC5-F83354A574C5}" type="slidenum">
              <a:rPr lang="en-PL" smtClean="0"/>
              <a:t>‹#›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3229182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4ACBB-BE8F-86B7-D22E-3FC1CB80F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3BE540-4046-862C-11DA-E43B6589C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F3522-A339-9D45-900A-5C5A1327134C}" type="datetimeFigureOut">
              <a:rPr lang="en-PL" smtClean="0"/>
              <a:t>26/03/2026</a:t>
            </a:fld>
            <a:endParaRPr lang="en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890A6E-B936-FDA3-203B-0B245F38E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78F0E-FBA6-F419-DCDA-46BD6B78E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6ADE-B5CC-FA4F-ADC5-F83354A574C5}" type="slidenum">
              <a:rPr lang="en-PL" smtClean="0"/>
              <a:t>‹#›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3992871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668CA1-9720-31B5-F4E5-5050D11A2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F3522-A339-9D45-900A-5C5A1327134C}" type="datetimeFigureOut">
              <a:rPr lang="en-PL" smtClean="0"/>
              <a:t>26/03/2026</a:t>
            </a:fld>
            <a:endParaRPr lang="en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AD668A-6E7B-268E-A049-AFF8CC6BD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D19B0-91ED-41DC-5233-3144EF42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6ADE-B5CC-FA4F-ADC5-F83354A574C5}" type="slidenum">
              <a:rPr lang="en-PL" smtClean="0"/>
              <a:t>‹#›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3593142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2C740-596E-7090-7E0F-11FE8CE78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0646D-3A7E-28EA-011B-D7FCA909A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22DE72-73B8-8626-0EBD-08A2F3E938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A6F8C6-7618-30E5-6A52-218EC7826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F3522-A339-9D45-900A-5C5A1327134C}" type="datetimeFigureOut">
              <a:rPr lang="en-PL" smtClean="0"/>
              <a:t>26/03/2026</a:t>
            </a:fld>
            <a:endParaRPr lang="en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1A4627-69BE-B77B-9741-81F26F69D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3FA11-21E6-0F31-054D-8268B9C89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6ADE-B5CC-FA4F-ADC5-F83354A574C5}" type="slidenum">
              <a:rPr lang="en-PL" smtClean="0"/>
              <a:t>‹#›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4168264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4DC0E-D1DA-D90F-0EE0-05340E547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65C18B-474A-19C6-69E8-897D193109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796040-1774-551D-6280-E3FBB9A9A1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364BBD-90C2-6707-78EA-4C85B0330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F3522-A339-9D45-900A-5C5A1327134C}" type="datetimeFigureOut">
              <a:rPr lang="en-PL" smtClean="0"/>
              <a:t>26/03/2026</a:t>
            </a:fld>
            <a:endParaRPr lang="en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ACF65-8001-2012-DDD3-12F8166A1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3A655-3BB9-4C99-3A41-61EA76504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6ADE-B5CC-FA4F-ADC5-F83354A574C5}" type="slidenum">
              <a:rPr lang="en-PL" smtClean="0"/>
              <a:t>‹#›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1787180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846FF-0D9A-5F9E-7B3E-01449ACF5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57B885-E328-9FF3-8812-96196A48CD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7DADA-CDBC-E628-D1AB-7B242C363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F3522-A339-9D45-900A-5C5A1327134C}" type="datetimeFigureOut">
              <a:rPr lang="en-PL" smtClean="0"/>
              <a:t>26/03/2026</a:t>
            </a:fld>
            <a:endParaRPr lang="en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645A3-99AB-DDAF-7A71-0C9A3A3F2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40C2F-D069-03B5-F5FF-94F60BBDA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6ADE-B5CC-FA4F-ADC5-F83354A574C5}" type="slidenum">
              <a:rPr lang="en-PL" smtClean="0"/>
              <a:t>‹#›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1760868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EB003A-17BF-3E6A-A765-BED53F7850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66519B-8762-8D40-67AE-EFCB442FD2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1BF7E-4D26-D7C1-5F83-3B08D91B0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F3522-A339-9D45-900A-5C5A1327134C}" type="datetimeFigureOut">
              <a:rPr lang="en-PL" smtClean="0"/>
              <a:t>26/03/2026</a:t>
            </a:fld>
            <a:endParaRPr lang="en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9EBC9-8D8D-357B-A124-4A691EE54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9B385-2BD1-4E4C-F78B-4C3B269B5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6ADE-B5CC-FA4F-ADC5-F83354A574C5}" type="slidenum">
              <a:rPr lang="en-PL" smtClean="0"/>
              <a:t>‹#›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2109072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3F3BF0-C047-9709-B04E-6ED49B537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D3265-55B4-574D-DEF3-821621A5A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39FE5-0C93-D250-B9C3-F128B77127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CF3522-A339-9D45-900A-5C5A1327134C}" type="datetimeFigureOut">
              <a:rPr lang="en-PL" smtClean="0"/>
              <a:t>26/03/2026</a:t>
            </a:fld>
            <a:endParaRPr lang="en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BA349-B3D8-EF0D-4510-63F1CEF37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B5CC7-3DCC-5A23-8BA5-AECB63F81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B56ADE-B5CC-FA4F-ADC5-F83354A574C5}" type="slidenum">
              <a:rPr lang="en-PL" smtClean="0"/>
              <a:t>‹#›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820087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7EE8-99BF-CBB7-C9DE-664AD97F7D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2B70A7-AAE0-0EFE-0F60-A3ED5BC4CA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2688522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Szymon Mamok (sm312359)</dc:creator>
  <cp:lastModifiedBy>Szymon Mamok (sm312359)</cp:lastModifiedBy>
  <cp:revision>1</cp:revision>
  <dcterms:created xsi:type="dcterms:W3CDTF">2026-03-26T07:40:11Z</dcterms:created>
  <dcterms:modified xsi:type="dcterms:W3CDTF">2026-03-26T07:40:36Z</dcterms:modified>
</cp:coreProperties>
</file>
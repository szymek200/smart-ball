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62" r:id="rId6"/>
    <p:sldId id="258" r:id="rId7"/>
    <p:sldId id="261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CB42D-2CA4-3042-1059-C52AE8DCD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702C3-0AB8-3359-9AAE-744700D50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61B77-6312-7859-C3ED-2B96F2990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DC8F5-AC9E-082C-DA2F-532EE9CFF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6EA60-0ADB-7EEB-4753-764319D4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223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9EB6-1A90-2652-9806-2D07DBBDC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028C5-5FCB-4003-F385-ED41C8B73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11085-2AA7-D68B-D54A-FE1B10F3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B5DA3-5E0F-FE60-307E-A77E565A4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A5324-D5F5-BAA1-F990-D152795A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697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B1367-66AA-69DE-D882-D4743F21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81733-5EB8-4AE8-D69E-723254033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B528-037C-E844-9032-081E82A2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DD8D0-3F91-1CA5-DA5F-7A3C95AF4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F827-78FB-291F-A6D9-98378B0A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2029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B5E28-38FC-2979-0238-462577FE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7380-0B32-955C-5951-B83C592B77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55DF7-4710-6A09-E408-81F35AF10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862C9-4B4C-D20B-DBC4-56764E67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C2E03-E6D3-D5CA-41BE-9A711219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59CFC-50F5-C5A6-D0C7-5CD4191C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905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0D01-8F3C-5C6B-9B57-2C6BC472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6618F-734D-8080-3C09-56C683817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D17D4-263F-5F0C-A860-19D9D79B9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46385D-1960-016A-8707-847FB16831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565E7-785D-C417-3943-8DD6CDA43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890128-BD1C-80B9-0413-059F2DF5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B371D9-7455-6338-F2EC-782B20E3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F7E741-DD80-DEDD-4B26-59F7FB65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039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C217E-8D80-5558-1E36-3F0850740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44DB2-0C56-A630-81E8-70AB1C96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B50E4-93E9-9220-C5D1-385AE9579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02A9C-43E0-ACA8-DCDE-CAD7EBAD3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478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608B49-CBC6-525E-872D-8541E625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6850B-2FFA-9E13-6A2A-3C1020F8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693FA-B3A6-2E36-321A-5703CF04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7134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90DE-6729-9061-5223-41283EE7B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4EA70-2E4F-7737-3435-1D80C1366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E90FF-0867-6A5F-2A47-EFEFD2990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D39A1-82B6-E871-374B-6B47029BE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6E57C-9A3A-D195-66FF-2E62EF4F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EE4E4-C97C-DC12-155D-2F33339B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032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46024-1932-E440-D420-129E4E15B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EB8783-2307-60CD-0629-14A102262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1C68B-74D2-1562-3E2C-C3FD27DB1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2320A-9B6F-544D-532C-8511127A2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FD70E-729F-F08D-5F94-27E8EC82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1E564-0F96-C70F-EAF4-39D8EDBF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19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2C09-5E7A-2BA6-886F-C36F85227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395D3-0B68-8813-BDDE-CF2071921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172BB-1F9D-F9EF-4691-6546DF8E7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B5455-0034-DB0B-2A97-25748E1E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5A784-4EC3-7A81-AC93-51C81FAD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6636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28E39-453F-350C-7406-DBAB8CCDF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D560A-5C07-9B01-A7B7-8729356E0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22672-2E42-EA63-66DA-EE35FA602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055F5-42BB-C078-1E27-B9A3B267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1FD1A-9B0E-AB8C-7BBD-7D1858B2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0402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FE6E7F-81B3-8DF0-4C7F-9F34BBFF1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FFF9B-2F76-84F3-FA4D-4589A7EAD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672E7-C429-9E63-6ED1-DEBC6DEF8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5F02D-787D-418D-91FA-B9ACD8A789B6}" type="datetimeFigureOut">
              <a:rPr lang="pl-PL" smtClean="0"/>
              <a:t>2.10.2025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D546E-EDFB-3633-661B-8246B9F06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5DCD0-624D-191E-7A1B-29D0122EB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9B51A8-4AEF-4D90-8B47-01439497BC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424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B417-7010-3CE9-B372-D0A5293AB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Smart-piłka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7D91C-A08C-D975-3AF0-31C0DF3FE2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287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8C292-2925-95EB-6340-DA370F791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Wymagania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927C8-3656-6CDF-F34B-6CB53E8B5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Wykrywanie:</a:t>
            </a:r>
          </a:p>
          <a:p>
            <a:pPr lvl="1"/>
            <a:r>
              <a:rPr lang="pl-PL" dirty="0"/>
              <a:t>Przyśpieszenia liniowego i kątowego</a:t>
            </a:r>
          </a:p>
          <a:p>
            <a:pPr lvl="1"/>
            <a:r>
              <a:rPr lang="pl-PL" dirty="0"/>
              <a:t>Miejsc styku piłki z podłożem lub graczem</a:t>
            </a:r>
          </a:p>
          <a:p>
            <a:r>
              <a:rPr lang="pl-PL" dirty="0"/>
              <a:t>Łączność bezprzewodowa do wymiany informacji z telefonem</a:t>
            </a:r>
          </a:p>
        </p:txBody>
      </p:sp>
    </p:spTree>
    <p:extLst>
      <p:ext uri="{BB962C8B-B14F-4D97-AF65-F5344CB8AC3E}">
        <p14:creationId xmlns:p14="http://schemas.microsoft.com/office/powerpoint/2010/main" val="316417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7B6CE-C616-1575-F39B-1B07BA27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59E14-783C-24A7-2CE8-A47E46083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32639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2AA5-8241-2623-AA14-FF91BD2A0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Akcelerometr 3-osiowy</a:t>
            </a:r>
            <a:br>
              <a:rPr lang="pl-PL" dirty="0"/>
            </a:b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C54C5-2D63-43A4-8170-33918852C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Pomiar przyśpieszenia liniowego</a:t>
            </a:r>
          </a:p>
          <a:p>
            <a:pPr lvl="1"/>
            <a:r>
              <a:rPr lang="pl-PL" dirty="0"/>
              <a:t>wykrywanie zderzeń</a:t>
            </a:r>
          </a:p>
          <a:p>
            <a:pPr lvl="1"/>
            <a:r>
              <a:rPr lang="pl-PL" dirty="0"/>
              <a:t>Szacowanie prędkości</a:t>
            </a:r>
          </a:p>
        </p:txBody>
      </p:sp>
    </p:spTree>
    <p:extLst>
      <p:ext uri="{BB962C8B-B14F-4D97-AF65-F5344CB8AC3E}">
        <p14:creationId xmlns:p14="http://schemas.microsoft.com/office/powerpoint/2010/main" val="265047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CE4B-41E3-5FBB-8FFD-05B84852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E9C9B-D058-50A6-989C-553A97FE8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705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3FFD-009E-C959-B824-E0E86318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Żyroskop 3-osiowy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F77DB-C7E5-6060-1F26-711BFC249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Pomiar przyśpieszenia kątowego</a:t>
            </a:r>
          </a:p>
          <a:p>
            <a:pPr lvl="1"/>
            <a:r>
              <a:rPr lang="pl-PL" dirty="0"/>
              <a:t>Pomiar podkręcenia piłki</a:t>
            </a:r>
          </a:p>
        </p:txBody>
      </p:sp>
    </p:spTree>
    <p:extLst>
      <p:ext uri="{BB962C8B-B14F-4D97-AF65-F5344CB8AC3E}">
        <p14:creationId xmlns:p14="http://schemas.microsoft.com/office/powerpoint/2010/main" val="2921929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8128B-F3F5-0374-DC89-A323F2926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Czujniki dotyku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3D8DE-712B-7F95-2B6C-2C6A8F80E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 całej powierzchni piłki</a:t>
            </a:r>
          </a:p>
          <a:p>
            <a:r>
              <a:rPr lang="pl-PL" dirty="0"/>
              <a:t>Zlokalizowane pod powłoką zewnętrzną piłki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80629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51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Smart-piłka</vt:lpstr>
      <vt:lpstr>Wymagania</vt:lpstr>
      <vt:lpstr>PowerPoint Presentation</vt:lpstr>
      <vt:lpstr>Akcelerometr 3-osiowy </vt:lpstr>
      <vt:lpstr>PowerPoint Presentation</vt:lpstr>
      <vt:lpstr>Żyroskop 3-osiowy</vt:lpstr>
      <vt:lpstr>Czujniki dotyku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Szymon Mamok</dc:creator>
  <cp:lastModifiedBy>Szymon Mamok</cp:lastModifiedBy>
  <cp:revision>2</cp:revision>
  <dcterms:created xsi:type="dcterms:W3CDTF">2025-10-02T07:33:59Z</dcterms:created>
  <dcterms:modified xsi:type="dcterms:W3CDTF">2025-10-02T11:05:17Z</dcterms:modified>
</cp:coreProperties>
</file>